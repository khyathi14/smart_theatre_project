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427" r:id="rId7"/>
    <p:sldId id="411" r:id="rId8"/>
    <p:sldId id="425" r:id="rId9"/>
    <p:sldId id="417" r:id="rId10"/>
    <p:sldId id="426" r:id="rId11"/>
    <p:sldId id="416" r:id="rId12"/>
    <p:sldId id="413" r:id="rId13"/>
    <p:sldId id="428" r:id="rId14"/>
    <p:sldId id="424" r:id="rId15"/>
    <p:sldId id="420" r:id="rId16"/>
    <p:sldId id="421" r:id="rId17"/>
    <p:sldId id="415" r:id="rId18"/>
    <p:sldId id="3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13F7E0-4188-4EBA-8F41-9AB7CB233F58}">
          <p14:sldIdLst>
            <p14:sldId id="410"/>
            <p14:sldId id="383"/>
            <p14:sldId id="427"/>
            <p14:sldId id="411"/>
            <p14:sldId id="425"/>
            <p14:sldId id="417"/>
          </p14:sldIdLst>
        </p14:section>
        <p14:section name="Untitled Section" id="{93CBA6E0-4492-4809-A32F-999F2A686DAB}">
          <p14:sldIdLst>
            <p14:sldId id="426"/>
            <p14:sldId id="416"/>
            <p14:sldId id="413"/>
            <p14:sldId id="428"/>
            <p14:sldId id="424"/>
            <p14:sldId id="420"/>
            <p14:sldId id="421"/>
            <p14:sldId id="415"/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6E06AC8-122F-5880-D4F7-690409B52334}" name="khyathi v" initials="kv" userId="6e8b695190ad470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7D9A6-49CF-A1B3-AF9F-B37EE5A9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907BC-F3D5-6EE9-97A9-BAE35973E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1F930-745A-C0A2-4EA0-8E52C066A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76317-45D0-7D02-1FA4-2FC99FE44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80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3.230.13.194/" TargetMode="External"/><Relationship Id="rId2" Type="http://schemas.openxmlformats.org/officeDocument/2006/relationships/hyperlink" Target="http://23.22.182.204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641" y="933061"/>
            <a:ext cx="10960359" cy="1035698"/>
          </a:xfrm>
        </p:spPr>
        <p:txBody>
          <a:bodyPr/>
          <a:lstStyle/>
          <a:p>
            <a:r>
              <a:rPr lang="en-US" dirty="0"/>
              <a:t>Smart Theatre Monitoring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2CF59-858D-29A7-C86A-3002A875ACD2}"/>
              </a:ext>
            </a:extLst>
          </p:cNvPr>
          <p:cNvSpPr txBox="1"/>
          <p:nvPr/>
        </p:nvSpPr>
        <p:spPr>
          <a:xfrm>
            <a:off x="7137918" y="4731020"/>
            <a:ext cx="5150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Name: Khyathi Vemula</a:t>
            </a:r>
          </a:p>
          <a:p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Student ID: 24336963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Mail ID: x24336963@student.ncirl.ie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IN" dirty="0"/>
              <a:t>Project Objectives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 fontScale="92500" lnSpcReduction="20000"/>
          </a:bodyPr>
          <a:lstStyle/>
          <a:p>
            <a:r>
              <a:rPr lang="en-US" dirty="0"/>
              <a:t>Designed and implemented a three-layer architecture (Sensor–Fog–Cloud) to monitor and process real-time environmental data. </a:t>
            </a:r>
          </a:p>
          <a:p>
            <a:r>
              <a:rPr lang="en-US" dirty="0"/>
              <a:t>Simulated sensor data (temperature, smoke, motion, noise, light) and processed it at the fog layer using MQTT and data processing modules.</a:t>
            </a:r>
          </a:p>
          <a:p>
            <a:r>
              <a:rPr lang="en-US" dirty="0"/>
              <a:t>Built a scalable cloud backend using AWS SQS and Lambda to handle real-time data processing and monitoring.</a:t>
            </a:r>
          </a:p>
          <a:p>
            <a:r>
              <a:rPr lang="en-US" dirty="0"/>
              <a:t>Developed a dashboard with backend storage (SQLite/EC2) to visualize system metrics, trends, and alerts.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6E06-4912-5A64-75D9-321615E5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C63F-90CD-8102-5E8A-38FB43C3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IN" dirty="0"/>
              <a:t>AWS Services Used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B4EE4-7362-8A58-8885-BEA3CA8B69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dirty="0"/>
              <a:t>AWS Simple Queue Service (SQS)</a:t>
            </a:r>
          </a:p>
          <a:p>
            <a:r>
              <a:rPr lang="en-US" dirty="0"/>
              <a:t>AWS Lambda</a:t>
            </a:r>
          </a:p>
          <a:p>
            <a:r>
              <a:rPr lang="en-US" dirty="0"/>
              <a:t>AWS CloudWatch</a:t>
            </a:r>
          </a:p>
          <a:p>
            <a:r>
              <a:rPr lang="en-US" dirty="0"/>
              <a:t>AWS EC2</a:t>
            </a:r>
          </a:p>
        </p:txBody>
      </p:sp>
    </p:spTree>
    <p:extLst>
      <p:ext uri="{BB962C8B-B14F-4D97-AF65-F5344CB8AC3E}">
        <p14:creationId xmlns:p14="http://schemas.microsoft.com/office/powerpoint/2010/main" val="359794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32D5-62B1-E071-2E86-06AAB2D8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A97B2-8D53-67DA-1DB3-B6631D20E26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Sensor Layer – Collects real-time environmental data (temperature, smoke, motion, noise, light).</a:t>
            </a:r>
            <a:endParaRPr lang="en-IN" dirty="0"/>
          </a:p>
          <a:p>
            <a:r>
              <a:rPr lang="en-US" dirty="0"/>
              <a:t>Fog Layer – Uses MQTT(pub/sub) broker and fog node to process, filter, and generate structured real-time data.</a:t>
            </a:r>
            <a:endParaRPr lang="en-IN" dirty="0"/>
          </a:p>
          <a:p>
            <a:r>
              <a:rPr lang="en-US" dirty="0"/>
              <a:t>Cloud Layer – Utilizes Amazon SQS and AWS Lambda for scalable event processing and integrates with EC2 backend.</a:t>
            </a:r>
            <a:r>
              <a:rPr lang="en-IN" dirty="0"/>
              <a:t> </a:t>
            </a:r>
          </a:p>
          <a:p>
            <a:r>
              <a:rPr lang="en-US" dirty="0"/>
              <a:t>Backend Layer – EC2 with SQLite stores and manages processed data</a:t>
            </a:r>
            <a:r>
              <a:rPr lang="en-IN" dirty="0"/>
              <a:t> </a:t>
            </a:r>
          </a:p>
          <a:p>
            <a:r>
              <a:rPr lang="en-US" dirty="0"/>
              <a:t>Frontend &amp; Monitoring – Dashboard visualizes data and CloudWatch monitors logs and system performance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99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E0C0-E6FC-24F7-71EA-A4745ADE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E34597-1230-0FF2-8178-E53B848BF4A0}"/>
              </a:ext>
            </a:extLst>
          </p:cNvPr>
          <p:cNvSpPr txBox="1"/>
          <p:nvPr/>
        </p:nvSpPr>
        <p:spPr>
          <a:xfrm>
            <a:off x="4927687" y="375669"/>
            <a:ext cx="359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Architecture Diagram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6703D-7E6F-819D-22B8-98E2EBA8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216" y="839755"/>
            <a:ext cx="11392678" cy="564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7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C7BA-61B6-8323-7BDD-B73E0C9B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2B16-FCC7-5D33-1B06-0B55A63F27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2008"/>
            <a:ext cx="8416212" cy="438938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Application deployed using AWS EC2: </a:t>
            </a:r>
            <a:r>
              <a:rPr lang="en-IN" dirty="0">
                <a:hlinkClick r:id="rId2"/>
              </a:rPr>
              <a:t>http://23.22.182.204/</a:t>
            </a:r>
            <a:endParaRPr lang="en-IN" dirty="0"/>
          </a:p>
          <a:p>
            <a:r>
              <a:rPr lang="en-US" b="1" dirty="0"/>
              <a:t>Temperature Sensor:</a:t>
            </a:r>
            <a:r>
              <a:rPr lang="en-US" dirty="0"/>
              <a:t> Can be placed inside the theatre hall to maintain audience comfort, live data fetched from Open-</a:t>
            </a:r>
            <a:r>
              <a:rPr lang="en-US" dirty="0" err="1"/>
              <a:t>Meteo</a:t>
            </a:r>
            <a:r>
              <a:rPr lang="en-US" dirty="0"/>
              <a:t> Weather API</a:t>
            </a:r>
          </a:p>
          <a:p>
            <a:r>
              <a:rPr lang="en-US" b="1" dirty="0"/>
              <a:t>Smoke Sensor:</a:t>
            </a:r>
            <a:r>
              <a:rPr lang="en-US" dirty="0"/>
              <a:t> Can be Installed near seating or ceiling areas to detect air quality/safety issues, live data fetched from Open-</a:t>
            </a:r>
            <a:r>
              <a:rPr lang="en-US" dirty="0" err="1"/>
              <a:t>Meteo</a:t>
            </a:r>
            <a:r>
              <a:rPr lang="en-US" dirty="0"/>
              <a:t> Air Quality API</a:t>
            </a:r>
          </a:p>
          <a:p>
            <a:r>
              <a:rPr lang="en-US" b="1" dirty="0"/>
              <a:t>Motion Sensor:</a:t>
            </a:r>
            <a:r>
              <a:rPr lang="en-US" dirty="0"/>
              <a:t> Can be positioned near entrances to detect unnecessary movement and ensure minimal disturbance during movie playback. And an </a:t>
            </a:r>
            <a:r>
              <a:rPr lang="en-US" dirty="0" err="1"/>
              <a:t>mmWave</a:t>
            </a:r>
            <a:r>
              <a:rPr lang="en-US" dirty="0"/>
              <a:t> sensor senses even tiny movements and shows how active you are (in %) during movie mode.</a:t>
            </a:r>
          </a:p>
          <a:p>
            <a:r>
              <a:rPr lang="en-US" b="1" dirty="0"/>
              <a:t>Light Sensor:</a:t>
            </a:r>
            <a:r>
              <a:rPr lang="en-US" dirty="0"/>
              <a:t> Can be placed inside the theatre to monitor brightness levels and ensure a dark environment for better viewing experience. </a:t>
            </a:r>
          </a:p>
          <a:p>
            <a:r>
              <a:rPr lang="en-US" b="1" dirty="0"/>
              <a:t>Noise Sensor:</a:t>
            </a:r>
            <a:r>
              <a:rPr lang="en-US" dirty="0"/>
              <a:t> Can be placed within the hall to track sound levels and maintain optimal audio conditions for audience comfort. </a:t>
            </a:r>
            <a:br>
              <a:rPr lang="en-US" dirty="0">
                <a:hlinkClick r:id="rId3"/>
              </a:rPr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35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78C99801-A352-6D93-0B0C-B982659F21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4" b="2554"/>
          <a:stretch/>
        </p:blipFill>
        <p:spPr>
          <a:xfrm>
            <a:off x="259451" y="87820"/>
            <a:ext cx="5570376" cy="2972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649E35-2CB4-4569-7869-6DDF2F8D6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436" y="3538445"/>
            <a:ext cx="5388391" cy="2906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9A72E0-9D0A-D2F6-F25F-C5366A914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5520" y="87819"/>
            <a:ext cx="5285813" cy="29720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519875-22EF-83D4-7898-9D2E8DC3D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1796" y="3538445"/>
            <a:ext cx="5169181" cy="290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0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91A1-493F-3EBD-2CBB-9DC15867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3CD3-7DA0-8037-EC1B-A3DA2F357A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Real-time monitoring dashboard displaying live environmental sensor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Comfort score calculation (0–100) based on multiple factors like temperature, noise, light, motion, and smoke.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Sensor status indicators (Optimal / Warning / Critical) for quick understanding of environment quality.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Comfort score breakdown (donut chart) to illustrate contribution of each sensor to the overall score.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Insight card providing simple interpretation of current conditions.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23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740C-0FE4-C25D-2BA8-36737D65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+ SQS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E44DF-09E8-9E00-39C0-D4E35EC9107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Amazon SQS acts as a message queue to receive sensor data from the fog layer in JSON format.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AWS Lambda (</a:t>
            </a:r>
            <a:r>
              <a:rPr lang="en-US" dirty="0" err="1"/>
              <a:t>ProcessTheatreSensors</a:t>
            </a:r>
            <a:r>
              <a:rPr lang="en-US" dirty="0"/>
              <a:t>) is automatically triggered by SQS to process incoming sensor data.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Lambda performs real-time processing and transformation before storing data in the database.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DA0ED5A-1055-78D3-DD58-30E85B27C37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0253" y="1791478"/>
            <a:ext cx="5882477" cy="392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7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5B2B-04D3-C8D3-D7D2-74AA1A98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585E-5185-41E1-E7D5-1DE1E8B1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CloudWatch Monitoring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AFBC0-3F94-FD7C-8574-72AF483ECD6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Invocations:</a:t>
            </a:r>
            <a:r>
              <a:rPr lang="en-US" dirty="0"/>
              <a:t> Tracks how many times Lambda is executed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Duration:</a:t>
            </a:r>
            <a:r>
              <a:rPr lang="en-IN" dirty="0"/>
              <a:t> Measures execution time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Errors &amp; Success:</a:t>
            </a:r>
            <a:r>
              <a:rPr lang="en-US" dirty="0"/>
              <a:t> Monitors failures &amp; success rate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AA1873A-7DEF-02E7-8839-55C581A0E9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7861" y="1791478"/>
            <a:ext cx="6824870" cy="392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3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9EC8-5592-2BE8-03F6-585390D8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45BB-C949-92F3-4D0B-1EFBC3C7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CI/CD Pipeline </a:t>
            </a:r>
            <a:br>
              <a:rPr lang="en-IN" dirty="0"/>
            </a:br>
            <a:r>
              <a:rPr lang="en-IN" dirty="0"/>
              <a:t>GitHub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300B-088A-7FFB-408A-3A056448900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GitHub push triggers workflow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Source code checkout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Install dependencies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Automated tests execution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Deploy to AWS EC2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2256458-377B-02C7-95DB-F9CB6FA7A9E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3094" y="2127380"/>
            <a:ext cx="6824870" cy="392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6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083F46-4E16-FABC-D7E4-BE39A0262A0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725" y="914400"/>
            <a:ext cx="10910920" cy="517849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8FA3B3-F749-3701-917B-B24AB8E10DF2}"/>
              </a:ext>
            </a:extLst>
          </p:cNvPr>
          <p:cNvSpPr txBox="1"/>
          <p:nvPr/>
        </p:nvSpPr>
        <p:spPr>
          <a:xfrm>
            <a:off x="5304290" y="395778"/>
            <a:ext cx="195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Build/Test Step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19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9401-CD5A-DA1E-98B4-784258C9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DA2BAA5-B045-5600-430C-B8644D850C53}"/>
              </a:ext>
            </a:extLst>
          </p:cNvPr>
          <p:cNvSpPr txBox="1"/>
          <p:nvPr/>
        </p:nvSpPr>
        <p:spPr>
          <a:xfrm>
            <a:off x="4305915" y="302472"/>
            <a:ext cx="308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Deploy with AWS EC2 Step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181877-2FAC-17BA-C71F-F965E4BE184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725" y="914400"/>
            <a:ext cx="10770961" cy="5178490"/>
          </a:xfrm>
        </p:spPr>
      </p:pic>
    </p:spTree>
    <p:extLst>
      <p:ext uri="{BB962C8B-B14F-4D97-AF65-F5344CB8AC3E}">
        <p14:creationId xmlns:p14="http://schemas.microsoft.com/office/powerpoint/2010/main" val="3262277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54A2-3F92-4599-5F72-720E1ECF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faced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672F-F5D8-ADE3-68D7-9B8C25BDEC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Issues Found &amp; Fixes: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AWS permission errors – Faced issues connecting SQS and Lambda due to missing IAM roles/permissions. → </a:t>
            </a:r>
            <a:r>
              <a:rPr lang="en-US" i="1" dirty="0"/>
              <a:t>IAM Fix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delay issues – Delay in data flow from Fog → SQS → Lambda caused slight lag in dashboard updates. → </a:t>
            </a:r>
            <a:r>
              <a:rPr lang="en-US" i="1" dirty="0"/>
              <a:t>Batch Tuning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Deployment issues (EC2) – Errors with environment setup, ports, and dependencies during deployment. → </a:t>
            </a:r>
            <a:r>
              <a:rPr lang="en-US" i="1" dirty="0"/>
              <a:t>Env Setup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76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732</TotalTime>
  <Words>635</Words>
  <Application>Microsoft Office PowerPoint</Application>
  <PresentationFormat>Widescreen</PresentationFormat>
  <Paragraphs>61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Book</vt:lpstr>
      <vt:lpstr>Franklin Gothic Demi</vt:lpstr>
      <vt:lpstr>Wingdings</vt:lpstr>
      <vt:lpstr>Custom</vt:lpstr>
      <vt:lpstr>Smart Theatre Monitoring System</vt:lpstr>
      <vt:lpstr>Project Objectives</vt:lpstr>
      <vt:lpstr>AWS Services Used</vt:lpstr>
      <vt:lpstr>System Architecture Overview</vt:lpstr>
      <vt:lpstr>PowerPoint Presentation</vt:lpstr>
      <vt:lpstr>Key Features</vt:lpstr>
      <vt:lpstr>PowerPoint Presentation</vt:lpstr>
      <vt:lpstr>Dashboard Overview</vt:lpstr>
      <vt:lpstr>Lambda + SQS Trigger</vt:lpstr>
      <vt:lpstr>CloudWatch Monitoring </vt:lpstr>
      <vt:lpstr>CI/CD Pipeline  GitHub Actions</vt:lpstr>
      <vt:lpstr>PowerPoint Presentation</vt:lpstr>
      <vt:lpstr>PowerPoint Presentation</vt:lpstr>
      <vt:lpstr>Problems faced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khyathi v</dc:creator>
  <cp:lastModifiedBy>khyathi v</cp:lastModifiedBy>
  <cp:revision>15</cp:revision>
  <dcterms:created xsi:type="dcterms:W3CDTF">2025-12-05T12:01:50Z</dcterms:created>
  <dcterms:modified xsi:type="dcterms:W3CDTF">2026-04-13T06:29:01Z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